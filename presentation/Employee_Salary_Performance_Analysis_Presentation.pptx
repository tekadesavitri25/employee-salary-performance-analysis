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kadesavitri25/Employee-Salary-Performance-Analysi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9728" cy="4251960"/>
          </a:xfrm>
          <a:prstGeom prst="rect">
            <a:avLst/>
          </a:prstGeom>
          <a:solidFill>
            <a:srgbClr val="64A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143000"/>
            <a:ext cx="1033272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EMPLOYEE SALARY &amp;</a:t>
            </a:r>
            <a:br/>
            <a:r>
              <a:t>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246120"/>
            <a:ext cx="9601200" cy="5943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100">
                <a:solidFill>
                  <a:srgbClr val="BED2E6"/>
                </a:solidFill>
                <a:latin typeface="Aptos"/>
              </a:defRPr>
            </a:pPr>
            <a:r>
              <a:t>Final 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617720"/>
            <a:ext cx="9601200" cy="548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rPr sz="1300"/>
              <a:t>Python  •  Pandas  •  Matplotlib  •  Power BI  •  Git &amp;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58064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>
                <a:solidFill>
                  <a:srgbClr val="A0B4C8"/>
                </a:solidFill>
                <a:latin typeface="Aptos"/>
              </a:defRPr>
            </a:pPr>
            <a:r>
              <a:t>Data Analytics Internship — Week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700" b="1">
                <a:solidFill>
                  <a:srgbClr val="122036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2A5C96"/>
                </a:solidFill>
                <a:latin typeface="Aptos"/>
              </a:defRPr>
            </a:pPr>
            <a:r>
              <a:t>01  | 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6858000" cy="4389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262D36"/>
                </a:solidFill>
                <a:latin typeface="Aptos"/>
              </a:defRPr>
            </a:pPr>
            <a:r>
              <a:rPr sz="1200"/>
              <a:t>• Analyze employee salary and performance data to identify meaningful patterns.</a:t>
            </a:r>
          </a:p>
          <a:p>
            <a:pPr>
              <a:spcAft>
                <a:spcPts val="1000"/>
              </a:spcAft>
              <a:defRPr sz="1800">
                <a:solidFill>
                  <a:srgbClr val="262D36"/>
                </a:solidFill>
                <a:latin typeface="Aptos"/>
              </a:defRPr>
            </a:pPr>
            <a:r>
              <a:rPr sz="1200"/>
              <a:t>• Understand how experience, department, job role and gender relate to salary.</a:t>
            </a:r>
          </a:p>
          <a:p>
            <a:pPr>
              <a:spcAft>
                <a:spcPts val="1000"/>
              </a:spcAft>
              <a:defRPr sz="1800">
                <a:solidFill>
                  <a:srgbClr val="262D36"/>
                </a:solidFill>
                <a:latin typeface="Aptos"/>
              </a:defRPr>
            </a:pPr>
            <a:r>
              <a:rPr sz="1200"/>
              <a:t>• Use EDA and visual analytics to convert raw records into actionable insights.</a:t>
            </a:r>
          </a:p>
          <a:p>
            <a:pPr>
              <a:spcAft>
                <a:spcPts val="1000"/>
              </a:spcAft>
              <a:defRPr sz="1800">
                <a:solidFill>
                  <a:srgbClr val="262D36"/>
                </a:solidFill>
                <a:latin typeface="Aptos"/>
              </a:defRPr>
            </a:pPr>
            <a:r>
              <a:rPr sz="1200"/>
              <a:t>• Build an interactive Power BI dashboard for business-oriented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508760"/>
            <a:ext cx="301752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709928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500" b="1">
                <a:solidFill>
                  <a:srgbClr val="2A5C96"/>
                </a:solidFill>
                <a:latin typeface="Aptos Display"/>
              </a:defRPr>
            </a:pPr>
            <a:r>
              <a:t>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28600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EMPLOYEE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063240"/>
            <a:ext cx="301752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3264408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500" b="1">
                <a:solidFill>
                  <a:srgbClr val="2A5C96"/>
                </a:solidFill>
                <a:latin typeface="Aptos Display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38404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DATA 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617720"/>
            <a:ext cx="301752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48463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ANALYTICS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5760720"/>
            <a:ext cx="2560320" cy="-228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200">
                <a:solidFill>
                  <a:srgbClr val="646E7A"/>
                </a:solidFill>
                <a:latin typeface="Aptos"/>
              </a:defRPr>
            </a:pPr>
            <a:r>
              <a:t>Python + Power BI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515600" cy="20116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>
                <a:solidFill>
                  <a:srgbClr val="646E7A"/>
                </a:solidFill>
                <a:latin typeface="Aptos"/>
              </a:defRPr>
            </a:pPr>
            <a:r>
              <a:rPr sz="1300"/>
              <a:t>Employee Salary &amp; Performance Analysis  |  Data Analytics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>
                <a:solidFill>
                  <a:srgbClr val="646E7A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700" b="1">
                <a:solidFill>
                  <a:srgbClr val="122036"/>
                </a:solidFill>
                <a:latin typeface="Aptos Display"/>
              </a:defRPr>
            </a:pPr>
            <a: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2A5C96"/>
                </a:solidFill>
                <a:latin typeface="Aptos"/>
              </a:defRPr>
            </a:pPr>
            <a:r>
              <a:t>02  |  BUSINESS NEED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074920" cy="425196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1772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617720" cy="2971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200">
                <a:solidFill>
                  <a:srgbClr val="646E7A"/>
                </a:solidFill>
                <a:latin typeface="Aptos"/>
              </a:defRPr>
            </a:pPr>
            <a:r>
              <a:rPr sz="1300"/>
              <a:t>Organizations need a clear view of salary distribution and employee performance to support better HR and compensation decisions. This project examines employee-level data to identify salary patterns, experience effects and performance trends.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074920" cy="425196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61772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617720" cy="2971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200">
                <a:solidFill>
                  <a:srgbClr val="646E7A"/>
                </a:solidFill>
                <a:latin typeface="Aptos"/>
              </a:defRPr>
            </a:pPr>
            <a:r>
              <a:rPr sz="1200"/>
              <a:t>• Prepare and validate the dataset</a:t>
            </a:r>
            <a:br/>
            <a:r>
              <a:rPr sz="1200"/>
              <a:t>• Perform descriptive and correlation analysis</a:t>
            </a:r>
            <a:br/>
            <a:r>
              <a:rPr sz="1200"/>
              <a:t>• Create meaningful visualizations</a:t>
            </a:r>
            <a:br/>
            <a:r>
              <a:rPr sz="1200"/>
              <a:t>• Develop an interactive Power BI dashboard</a:t>
            </a:r>
            <a:br/>
            <a:r>
              <a:rPr sz="1200"/>
              <a:t>• Derive business insights and recommendations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515600" cy="20116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>
                <a:solidFill>
                  <a:srgbClr val="646E7A"/>
                </a:solidFill>
                <a:latin typeface="Aptos"/>
              </a:defRPr>
            </a:pPr>
            <a:r>
              <a:rPr sz="1300"/>
              <a:t>Employee Salary &amp; Performance Analysis  |  Data Analytics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>
                <a:solidFill>
                  <a:srgbClr val="646E7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700" b="1">
                <a:solidFill>
                  <a:srgbClr val="122036"/>
                </a:solidFill>
                <a:latin typeface="Aptos Display"/>
              </a:defRPr>
            </a:pPr>
            <a:r>
              <a:t>Dataset &amp; 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2A5C96"/>
                </a:solidFill>
                <a:latin typeface="Aptos"/>
              </a:defRPr>
            </a:pPr>
            <a:r>
              <a:t>03  |  DATA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521208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DATASET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4754880" cy="3246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200">
                <a:solidFill>
                  <a:srgbClr val="646E7A"/>
                </a:solidFill>
                <a:latin typeface="Aptos"/>
              </a:defRPr>
            </a:pPr>
            <a:r>
              <a:rPr sz="1200"/>
              <a:t>Employee_ID</a:t>
            </a:r>
            <a:br/>
            <a:r>
              <a:rPr sz="1200"/>
              <a:t>Age</a:t>
            </a:r>
            <a:br/>
            <a:r>
              <a:rPr sz="1200"/>
              <a:t>Gender</a:t>
            </a:r>
            <a:br/>
            <a:r>
              <a:rPr sz="1200"/>
              <a:t>Department</a:t>
            </a:r>
            <a:br/>
            <a:r>
              <a:rPr sz="1200"/>
              <a:t>Job_Role</a:t>
            </a:r>
            <a:br/>
            <a:r>
              <a:rPr sz="1200"/>
              <a:t>Experience_Years</a:t>
            </a:r>
            <a:br/>
            <a:r>
              <a:rPr sz="1200"/>
              <a:t>Salary</a:t>
            </a:r>
            <a:br/>
            <a:r>
              <a:rPr sz="1200"/>
              <a:t>Performance_Rating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49834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72768"/>
            <a:ext cx="4526280" cy="502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500" b="1">
                <a:solidFill>
                  <a:srgbClr val="2A5C96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52628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788920"/>
            <a:ext cx="49834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990088"/>
            <a:ext cx="4526280" cy="502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500" b="1">
                <a:solidFill>
                  <a:srgbClr val="2A5C96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566160"/>
            <a:ext cx="452628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DUPLICATE 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206240"/>
            <a:ext cx="4983480" cy="169164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434840"/>
            <a:ext cx="452628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PREPARATION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349240"/>
            <a:ext cx="4526280" cy="4114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200">
                <a:solidFill>
                  <a:srgbClr val="646E7A"/>
                </a:solidFill>
                <a:latin typeface="Aptos"/>
              </a:defRPr>
            </a:pPr>
            <a:r>
              <a:rPr sz="1200"/>
              <a:t>Loaded with Pandas • inspected data types • checked missing values • checked duplicates • verified final 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515600" cy="20116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>
                <a:solidFill>
                  <a:srgbClr val="646E7A"/>
                </a:solidFill>
                <a:latin typeface="Aptos"/>
              </a:defRPr>
            </a:pPr>
            <a:r>
              <a:rPr sz="1300"/>
              <a:t>Employee Salary &amp; Performance Analysis  |  Data Analytics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>
                <a:solidFill>
                  <a:srgbClr val="646E7A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700" b="1">
                <a:solidFill>
                  <a:srgbClr val="122036"/>
                </a:solidFill>
                <a:latin typeface="Aptos Display"/>
              </a:defRPr>
            </a:pPr>
            <a: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2A5C96"/>
                </a:solidFill>
                <a:latin typeface="Aptos"/>
              </a:defRPr>
            </a:pPr>
            <a:r>
              <a:t>04  |  EDA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33832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18488"/>
            <a:ext cx="2926080" cy="502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500" b="1">
                <a:solidFill>
                  <a:srgbClr val="2A5C96"/>
                </a:solidFill>
                <a:latin typeface="Aptos Display"/>
              </a:defRPr>
            </a:pPr>
            <a:r>
              <a:t>69.56K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AVERAGE SALARY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18488"/>
            <a:ext cx="2926080" cy="502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500" b="1">
                <a:solidFill>
                  <a:srgbClr val="2A5C96"/>
                </a:solidFill>
                <a:latin typeface="Aptos Display"/>
              </a:defRPr>
            </a:pPr>
            <a:r>
              <a:t>3.38 /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945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AVG. PERFORMANCE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417320"/>
            <a:ext cx="32461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18488"/>
            <a:ext cx="2788920" cy="502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500" b="1">
                <a:solidFill>
                  <a:srgbClr val="2A5C96"/>
                </a:solidFill>
                <a:latin typeface="Aptos Display"/>
              </a:defRPr>
            </a:pPr>
            <a:r>
              <a:t>0.83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60"/>
            <a:ext cx="278892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EXPERIENCE ↔ SALARY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46120"/>
            <a:ext cx="10149840" cy="2468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  <a:defRPr sz="1700">
                <a:solidFill>
                  <a:srgbClr val="262D36"/>
                </a:solidFill>
                <a:latin typeface="Aptos"/>
              </a:defRPr>
            </a:pPr>
            <a:r>
              <a:rPr sz="1200"/>
              <a:t>• IT shows the highest average salary among departments.</a:t>
            </a:r>
          </a:p>
          <a:p>
            <a:pPr>
              <a:spcAft>
                <a:spcPts val="1000"/>
              </a:spcAft>
              <a:defRPr sz="1700">
                <a:solidFill>
                  <a:srgbClr val="262D36"/>
                </a:solidFill>
                <a:latin typeface="Aptos"/>
              </a:defRPr>
            </a:pPr>
            <a:r>
              <a:rPr sz="1200"/>
              <a:t>• Operations shows the lowest average salary.</a:t>
            </a:r>
          </a:p>
          <a:p>
            <a:pPr>
              <a:spcAft>
                <a:spcPts val="1000"/>
              </a:spcAft>
              <a:defRPr sz="1700">
                <a:solidFill>
                  <a:srgbClr val="262D36"/>
                </a:solidFill>
                <a:latin typeface="Aptos"/>
              </a:defRPr>
            </a:pPr>
            <a:r>
              <a:rPr sz="1200"/>
              <a:t>• Experience has a strong positive relationship with salary.</a:t>
            </a:r>
          </a:p>
          <a:p>
            <a:pPr>
              <a:spcAft>
                <a:spcPts val="1000"/>
              </a:spcAft>
              <a:defRPr sz="1700">
                <a:solidFill>
                  <a:srgbClr val="262D36"/>
                </a:solidFill>
                <a:latin typeface="Aptos"/>
              </a:defRPr>
            </a:pPr>
            <a:r>
              <a:rPr sz="1200"/>
              <a:t>• Performance rating has very little linear relationship with salary.</a:t>
            </a:r>
          </a:p>
          <a:p>
            <a:pPr>
              <a:spcAft>
                <a:spcPts val="1000"/>
              </a:spcAft>
              <a:defRPr sz="1700">
                <a:solidFill>
                  <a:srgbClr val="262D36"/>
                </a:solidFill>
                <a:latin typeface="Aptos"/>
              </a:defRPr>
            </a:pPr>
            <a:r>
              <a:rPr sz="1200"/>
              <a:t>• Most employees fall around performance ratings 3 and 4.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515600" cy="20116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>
                <a:solidFill>
                  <a:srgbClr val="646E7A"/>
                </a:solidFill>
                <a:latin typeface="Aptos"/>
              </a:defRPr>
            </a:pPr>
            <a:r>
              <a:rPr sz="1300"/>
              <a:t>Employee Salary &amp; Performance Analysis  |  Data Analytics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>
                <a:solidFill>
                  <a:srgbClr val="646E7A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700" b="1">
                <a:solidFill>
                  <a:srgbClr val="122036"/>
                </a:solidFill>
                <a:latin typeface="Aptos Display"/>
              </a:defRPr>
            </a:pPr>
            <a:r>
              <a:t>Data Visualizations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2A5C96"/>
                </a:solidFill>
                <a:latin typeface="Aptos"/>
              </a:defRPr>
            </a:pPr>
            <a:r>
              <a:t>05  |  VISUAL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10561320" cy="841248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1010412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Average Salary by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10104120" cy="-438911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200">
                <a:solidFill>
                  <a:srgbClr val="646E7A"/>
                </a:solidFill>
                <a:latin typeface="Aptos"/>
              </a:defRPr>
            </a:pPr>
            <a:r>
              <a:t>Compares salary levels across departments.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1490472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1">
                <a:solidFill>
                  <a:srgbClr val="2A5C96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86000"/>
            <a:ext cx="10561320" cy="841248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1010412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Employees by Department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10104120" cy="-438911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200">
                <a:solidFill>
                  <a:srgbClr val="646E7A"/>
                </a:solidFill>
                <a:latin typeface="Aptos"/>
              </a:defRPr>
            </a:pPr>
            <a:r>
              <a:t>Shows workforce distribution by department.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2450592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1">
                <a:solidFill>
                  <a:srgbClr val="2A5C96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46120"/>
            <a:ext cx="10561320" cy="841248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474720"/>
            <a:ext cx="1010412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Experience vs Salary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89120"/>
            <a:ext cx="10104120" cy="-438911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200">
                <a:solidFill>
                  <a:srgbClr val="646E7A"/>
                </a:solidFill>
                <a:latin typeface="Aptos"/>
              </a:defRPr>
            </a:pPr>
            <a:r>
              <a:rPr sz="1300"/>
              <a:t>Highlights the positive experience–salary trend.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3410712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1">
                <a:solidFill>
                  <a:srgbClr val="2A5C96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206240"/>
            <a:ext cx="10561320" cy="841248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34840"/>
            <a:ext cx="1010412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Performance Distribution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10104120" cy="-438911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200">
                <a:solidFill>
                  <a:srgbClr val="646E7A"/>
                </a:solidFill>
                <a:latin typeface="Aptos"/>
              </a:defRPr>
            </a:pPr>
            <a:r>
              <a:t>Shows the spread of employee ratings.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4370831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1">
                <a:solidFill>
                  <a:srgbClr val="2A5C96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166359"/>
            <a:ext cx="10561320" cy="841248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394959"/>
            <a:ext cx="1010412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Salary 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6309359"/>
            <a:ext cx="10104120" cy="-438911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200">
                <a:solidFill>
                  <a:srgbClr val="646E7A"/>
                </a:solidFill>
                <a:latin typeface="Aptos"/>
              </a:defRPr>
            </a:pPr>
            <a:r>
              <a:t>Shows overall salary range and concentration.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5330951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1">
                <a:solidFill>
                  <a:srgbClr val="2A5C96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10515600" cy="20116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>
                <a:solidFill>
                  <a:srgbClr val="646E7A"/>
                </a:solidFill>
                <a:latin typeface="Aptos"/>
              </a:defRPr>
            </a:pPr>
            <a:r>
              <a:rPr sz="1300"/>
              <a:t>Employee Salary &amp; Performance Analysis  |  Data Analytics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>
                <a:solidFill>
                  <a:srgbClr val="646E7A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700" b="1">
                <a:solidFill>
                  <a:srgbClr val="122036"/>
                </a:solidFill>
                <a:latin typeface="Aptos Display"/>
              </a:defRPr>
            </a:pPr>
            <a:r>
              <a:t>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2A5C96"/>
                </a:solidFill>
                <a:latin typeface="Aptos"/>
              </a:defRPr>
            </a:pPr>
            <a:r>
              <a:t>06  |  INTERACTIVE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324612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27048"/>
            <a:ext cx="2788920" cy="502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500" b="1">
                <a:solidFill>
                  <a:srgbClr val="2A5C96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78892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KPI CARDS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43200"/>
            <a:ext cx="3246120" cy="251460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278892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CORE VISUALS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2788920" cy="1234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200">
                <a:solidFill>
                  <a:srgbClr val="646E7A"/>
                </a:solidFill>
                <a:latin typeface="Aptos"/>
              </a:defRPr>
            </a:pPr>
            <a:r>
              <a:rPr sz="1200"/>
              <a:t>Average Salary by Department</a:t>
            </a:r>
            <a:br/>
            <a:r>
              <a:rPr sz="1200"/>
              <a:t>Average Salary by Job Role</a:t>
            </a:r>
            <a:br/>
            <a:r>
              <a:rPr sz="1200"/>
              <a:t>Performance Rating Distribution</a:t>
            </a:r>
            <a:br/>
            <a:r>
              <a:rPr sz="1200"/>
              <a:t>Salary vs Experience</a:t>
            </a:r>
            <a:br/>
            <a:r>
              <a:rPr sz="1200"/>
              <a:t>Average Salary by Gender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25880"/>
            <a:ext cx="3246120" cy="393192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554480"/>
            <a:ext cx="278892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INTERACTIVITY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68880"/>
            <a:ext cx="2788920" cy="2651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200">
                <a:solidFill>
                  <a:srgbClr val="646E7A"/>
                </a:solidFill>
                <a:latin typeface="Aptos"/>
              </a:defRPr>
            </a:pPr>
            <a:r>
              <a:rPr sz="1200"/>
              <a:t>Department slicer</a:t>
            </a:r>
            <a:br/>
            <a:r>
              <a:rPr sz="1200"/>
              <a:t>Gender slicer</a:t>
            </a:r>
            <a:br/>
            <a:r>
              <a:rPr sz="1200"/>
              <a:t>Performance Rating slicer</a:t>
            </a:r>
            <a:br/>
            <a:br/>
            <a:r>
              <a:rPr sz="1200"/>
              <a:t>Users can filter the dashboard to explore salary and performance patterns across employee groups.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325880"/>
            <a:ext cx="3246120" cy="393192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54480"/>
            <a:ext cx="278892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DASHBOARD PURPOSE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468880"/>
            <a:ext cx="2788920" cy="2651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200">
                <a:solidFill>
                  <a:srgbClr val="646E7A"/>
                </a:solidFill>
                <a:latin typeface="Aptos"/>
              </a:defRPr>
            </a:pPr>
            <a:r>
              <a:rPr sz="1200"/>
              <a:t>A single business-facing view that combines workforce size, salary metrics, experience trends and performance information for faster analysis and decision-making.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515600" cy="20116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>
                <a:solidFill>
                  <a:srgbClr val="646E7A"/>
                </a:solidFill>
                <a:latin typeface="Aptos"/>
              </a:defRPr>
            </a:pPr>
            <a:r>
              <a:rPr sz="1300"/>
              <a:t>Employee Salary &amp; Performance Analysis  |  Data Analytics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>
                <a:solidFill>
                  <a:srgbClr val="646E7A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700" b="1">
                <a:solidFill>
                  <a:srgbClr val="122036"/>
                </a:solidFill>
                <a:latin typeface="Aptos Display"/>
              </a:defRPr>
            </a:pPr>
            <a:r>
              <a:t>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2A5C96"/>
                </a:solidFill>
                <a:latin typeface="Aptos"/>
              </a:defRPr>
            </a:pPr>
            <a:r>
              <a:t>07  | 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526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  <a:defRPr sz="1700">
                <a:solidFill>
                  <a:srgbClr val="262D36"/>
                </a:solidFill>
                <a:latin typeface="Aptos"/>
              </a:defRPr>
            </a:pPr>
            <a:r>
              <a:rPr sz="1200"/>
              <a:t>• IT department has the highest average salary, while Operations has the lowest.</a:t>
            </a:r>
          </a:p>
          <a:p>
            <a:pPr>
              <a:spcAft>
                <a:spcPts val="1000"/>
              </a:spcAft>
              <a:defRPr sz="1700">
                <a:solidFill>
                  <a:srgbClr val="262D36"/>
                </a:solidFill>
                <a:latin typeface="Aptos"/>
              </a:defRPr>
            </a:pPr>
            <a:r>
              <a:rPr sz="1200"/>
              <a:t>• Higher employee experience is generally associated with higher salary.</a:t>
            </a:r>
          </a:p>
          <a:p>
            <a:pPr>
              <a:spcAft>
                <a:spcPts val="1000"/>
              </a:spcAft>
              <a:defRPr sz="1700">
                <a:solidFill>
                  <a:srgbClr val="262D36"/>
                </a:solidFill>
                <a:latin typeface="Aptos"/>
              </a:defRPr>
            </a:pPr>
            <a:r>
              <a:rPr sz="1200"/>
              <a:t>• Most employees have performance ratings of 3 or 4.</a:t>
            </a:r>
          </a:p>
          <a:p>
            <a:pPr>
              <a:spcAft>
                <a:spcPts val="1000"/>
              </a:spcAft>
              <a:defRPr sz="1700">
                <a:solidFill>
                  <a:srgbClr val="262D36"/>
                </a:solidFill>
                <a:latin typeface="Aptos"/>
              </a:defRPr>
            </a:pPr>
            <a:r>
              <a:rPr sz="1200"/>
              <a:t>• Salary is strongly associated with experience in the analyzed dataset.</a:t>
            </a:r>
          </a:p>
          <a:p>
            <a:pPr>
              <a:spcAft>
                <a:spcPts val="1000"/>
              </a:spcAft>
              <a:defRPr sz="1700">
                <a:solidFill>
                  <a:srgbClr val="262D36"/>
                </a:solidFill>
                <a:latin typeface="Aptos"/>
              </a:defRPr>
            </a:pPr>
            <a:r>
              <a:rPr sz="1200"/>
              <a:t>• Performance rating shows very little linear relationship with salary.</a:t>
            </a:r>
          </a:p>
          <a:p>
            <a:pPr>
              <a:spcAft>
                <a:spcPts val="1000"/>
              </a:spcAft>
              <a:defRPr sz="1700">
                <a:solidFill>
                  <a:srgbClr val="262D36"/>
                </a:solidFill>
                <a:latin typeface="Aptos"/>
              </a:defRPr>
            </a:pPr>
            <a:r>
              <a:rPr sz="1200"/>
              <a:t>• Department and job role provide useful salary segmentation for HR analysis.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515600" cy="20116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>
                <a:solidFill>
                  <a:srgbClr val="646E7A"/>
                </a:solidFill>
                <a:latin typeface="Aptos"/>
              </a:defRPr>
            </a:pPr>
            <a:r>
              <a:rPr sz="1300"/>
              <a:t>Employee Salary &amp; Performance Analysis  |  Data Analytics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>
                <a:solidFill>
                  <a:srgbClr val="646E7A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700" b="1">
                <a:solidFill>
                  <a:srgbClr val="122036"/>
                </a:solidFill>
                <a:latin typeface="Aptos Display"/>
              </a:defRPr>
            </a:pPr>
            <a:r>
              <a:t>Business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900" b="1">
                <a:solidFill>
                  <a:srgbClr val="2A5C96"/>
                </a:solidFill>
                <a:latin typeface="Aptos"/>
              </a:defRPr>
            </a:pPr>
            <a:r>
              <a:t>08  |  ACTION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5166360" cy="352044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470916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01  |  CAREER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4709160" cy="2240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200">
                <a:solidFill>
                  <a:srgbClr val="646E7A"/>
                </a:solidFill>
                <a:latin typeface="Aptos"/>
              </a:defRPr>
            </a:pPr>
            <a:r>
              <a:rPr sz="1200"/>
              <a:t>Provide career development and skill-building opportunities so employees can progress toward higher-responsibility and higher-paying roles.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074920" cy="352044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61772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122036"/>
                </a:solidFill>
                <a:latin typeface="Aptos"/>
              </a:defRPr>
            </a:pPr>
            <a:r>
              <a:t>02  |  COMPENSATION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51760"/>
            <a:ext cx="4617720" cy="2240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200">
                <a:solidFill>
                  <a:srgbClr val="646E7A"/>
                </a:solidFill>
                <a:latin typeface="Aptos"/>
              </a:defRPr>
            </a:pPr>
            <a:r>
              <a:rPr sz="1200"/>
              <a:t>Review salaries across departments and job roles to keep compensation competitive and aligned with experience, responsibilities and organizational needs.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515600" cy="20116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800">
                <a:solidFill>
                  <a:srgbClr val="646E7A"/>
                </a:solidFill>
                <a:latin typeface="Aptos"/>
              </a:defRPr>
            </a:pPr>
            <a:r>
              <a:rPr sz="1300"/>
              <a:t>Employee Salary &amp; Performance Analysis  |  Data Analytics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>
                <a:solidFill>
                  <a:srgbClr val="646E7A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743200"/>
            <a:ext cx="932688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900">
                <a:solidFill>
                  <a:srgbClr val="CDDCEB"/>
                </a:solidFill>
                <a:latin typeface="Aptos"/>
              </a:defRPr>
            </a:pPr>
            <a:r>
              <a:rPr sz="1200"/>
              <a:t>Employee experience is strongly associated with salary in the analyzed dataset. The combination of Python-based EDA and an interactive Power BI dashboard provides a clear view of salary, experience, department, gender and performance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66360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532120"/>
            <a:ext cx="10104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>
                <a:solidFill>
                  <a:srgbClr val="C8D7E6"/>
                </a:solidFill>
                <a:latin typeface="Aptos"/>
              </a:rPr>
              <a:t>GitHub Repository: </a:t>
            </a:r>
            <a:r>
              <a:rPr sz="1200" u="sng">
                <a:solidFill>
                  <a:srgbClr val="64B4F5"/>
                </a:solidFill>
                <a:latin typeface="Aptos"/>
                <a:hlinkClick r:id="rId2"/>
              </a:rPr>
              <a:t>github.com/tekadesavitri25/Employee-Salary-Performance-Analysis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